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489" r:id="rId5"/>
    <p:sldId id="488" r:id="rId6"/>
    <p:sldId id="491" r:id="rId7"/>
  </p:sldIdLst>
  <p:sldSz cx="23317200" cy="3017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410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77AB6-3AAA-4151-80A9-B5C0231AA20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B6954-A12D-4D8F-8270-73CEFCE8B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9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2C0B-F3B3-9602-19AB-24D3A62E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A3693-9189-CF01-2D6E-2F0E6B1EB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377C3-12C9-DE76-270B-505B861F0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515F-E1EE-EAEB-B2DF-D7F0E6A21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85D47-4321-4349-809D-EC5B7F541C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83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E0FA-28FC-C469-D328-F755B1DE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41DDD-3163-5772-1282-F0D7A75A0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EC64C-F49F-3493-7D31-72C900859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64BBB-8640-6126-D986-081C96833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85D47-4321-4349-809D-EC5B7F541C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15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25A9-701E-EE03-6B1F-55B15297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85A51-902B-C155-5418-C40524A31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81B0E-D61E-7760-AE21-B7F57E0B2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35EA-2091-3B5A-75A3-6A7FEB0F3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85D47-4321-4349-809D-EC5B7F541C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8790" y="4938397"/>
            <a:ext cx="19819620" cy="10505440"/>
          </a:xfrm>
        </p:spPr>
        <p:txBody>
          <a:bodyPr anchor="b"/>
          <a:lstStyle>
            <a:lvl1pPr algn="ctr">
              <a:defRPr sz="15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4650" y="15848967"/>
            <a:ext cx="17487900" cy="7285353"/>
          </a:xfrm>
        </p:spPr>
        <p:txBody>
          <a:bodyPr/>
          <a:lstStyle>
            <a:lvl1pPr marL="0" indent="0" algn="ctr">
              <a:buNone/>
              <a:defRPr sz="6120"/>
            </a:lvl1pPr>
            <a:lvl2pPr marL="1165860" indent="0" algn="ctr">
              <a:buNone/>
              <a:defRPr sz="5100"/>
            </a:lvl2pPr>
            <a:lvl3pPr marL="2331720" indent="0" algn="ctr">
              <a:buNone/>
              <a:defRPr sz="4590"/>
            </a:lvl3pPr>
            <a:lvl4pPr marL="3497580" indent="0" algn="ctr">
              <a:buNone/>
              <a:defRPr sz="4080"/>
            </a:lvl4pPr>
            <a:lvl5pPr marL="4663440" indent="0" algn="ctr">
              <a:buNone/>
              <a:defRPr sz="4080"/>
            </a:lvl5pPr>
            <a:lvl6pPr marL="5829300" indent="0" algn="ctr">
              <a:buNone/>
              <a:defRPr sz="4080"/>
            </a:lvl6pPr>
            <a:lvl7pPr marL="6995160" indent="0" algn="ctr">
              <a:buNone/>
              <a:defRPr sz="4080"/>
            </a:lvl7pPr>
            <a:lvl8pPr marL="8161020" indent="0" algn="ctr">
              <a:buNone/>
              <a:defRPr sz="4080"/>
            </a:lvl8pPr>
            <a:lvl9pPr marL="9326880" indent="0" algn="ctr">
              <a:buNone/>
              <a:defRPr sz="40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2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914" y="7522854"/>
            <a:ext cx="20111085" cy="12552043"/>
          </a:xfrm>
        </p:spPr>
        <p:txBody>
          <a:bodyPr anchor="b"/>
          <a:lstStyle>
            <a:lvl1pPr>
              <a:defRPr sz="15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0914" y="20193644"/>
            <a:ext cx="20111085" cy="6600823"/>
          </a:xfrm>
        </p:spPr>
        <p:txBody>
          <a:bodyPr/>
          <a:lstStyle>
            <a:lvl1pPr marL="0" indent="0">
              <a:buNone/>
              <a:defRPr sz="6120">
                <a:solidFill>
                  <a:schemeClr val="tx1">
                    <a:tint val="82000"/>
                  </a:schemeClr>
                </a:solidFill>
              </a:defRPr>
            </a:lvl1pPr>
            <a:lvl2pPr marL="1165860" indent="0">
              <a:buNone/>
              <a:defRPr sz="5100">
                <a:solidFill>
                  <a:schemeClr val="tx1">
                    <a:tint val="82000"/>
                  </a:schemeClr>
                </a:solidFill>
              </a:defRPr>
            </a:lvl2pPr>
            <a:lvl3pPr marL="2331720" indent="0">
              <a:buNone/>
              <a:defRPr sz="4590">
                <a:solidFill>
                  <a:schemeClr val="tx1">
                    <a:tint val="82000"/>
                  </a:schemeClr>
                </a:solidFill>
              </a:defRPr>
            </a:lvl3pPr>
            <a:lvl4pPr marL="349758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4pPr>
            <a:lvl5pPr marL="466344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5pPr>
            <a:lvl6pPr marL="582930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6pPr>
            <a:lvl7pPr marL="699516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7pPr>
            <a:lvl8pPr marL="816102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8pPr>
            <a:lvl9pPr marL="9326880" indent="0">
              <a:buNone/>
              <a:defRPr sz="4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3058" y="8032750"/>
            <a:ext cx="9909810" cy="19145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04333" y="8032750"/>
            <a:ext cx="9909810" cy="19145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5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95" y="1606557"/>
            <a:ext cx="20111085" cy="58324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97" y="7397117"/>
            <a:ext cx="9864267" cy="3625213"/>
          </a:xfrm>
        </p:spPr>
        <p:txBody>
          <a:bodyPr anchor="b"/>
          <a:lstStyle>
            <a:lvl1pPr marL="0" indent="0">
              <a:buNone/>
              <a:defRPr sz="6120" b="1"/>
            </a:lvl1pPr>
            <a:lvl2pPr marL="1165860" indent="0">
              <a:buNone/>
              <a:defRPr sz="5100" b="1"/>
            </a:lvl2pPr>
            <a:lvl3pPr marL="2331720" indent="0">
              <a:buNone/>
              <a:defRPr sz="4590" b="1"/>
            </a:lvl3pPr>
            <a:lvl4pPr marL="3497580" indent="0">
              <a:buNone/>
              <a:defRPr sz="4080" b="1"/>
            </a:lvl4pPr>
            <a:lvl5pPr marL="4663440" indent="0">
              <a:buNone/>
              <a:defRPr sz="4080" b="1"/>
            </a:lvl5pPr>
            <a:lvl6pPr marL="5829300" indent="0">
              <a:buNone/>
              <a:defRPr sz="4080" b="1"/>
            </a:lvl6pPr>
            <a:lvl7pPr marL="6995160" indent="0">
              <a:buNone/>
              <a:defRPr sz="4080" b="1"/>
            </a:lvl7pPr>
            <a:lvl8pPr marL="8161020" indent="0">
              <a:buNone/>
              <a:defRPr sz="4080" b="1"/>
            </a:lvl8pPr>
            <a:lvl9pPr marL="9326880" indent="0">
              <a:buNone/>
              <a:defRPr sz="4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6097" y="11022330"/>
            <a:ext cx="9864267" cy="16212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04334" y="7397117"/>
            <a:ext cx="9912847" cy="3625213"/>
          </a:xfrm>
        </p:spPr>
        <p:txBody>
          <a:bodyPr anchor="b"/>
          <a:lstStyle>
            <a:lvl1pPr marL="0" indent="0">
              <a:buNone/>
              <a:defRPr sz="6120" b="1"/>
            </a:lvl1pPr>
            <a:lvl2pPr marL="1165860" indent="0">
              <a:buNone/>
              <a:defRPr sz="5100" b="1"/>
            </a:lvl2pPr>
            <a:lvl3pPr marL="2331720" indent="0">
              <a:buNone/>
              <a:defRPr sz="4590" b="1"/>
            </a:lvl3pPr>
            <a:lvl4pPr marL="3497580" indent="0">
              <a:buNone/>
              <a:defRPr sz="4080" b="1"/>
            </a:lvl4pPr>
            <a:lvl5pPr marL="4663440" indent="0">
              <a:buNone/>
              <a:defRPr sz="4080" b="1"/>
            </a:lvl5pPr>
            <a:lvl6pPr marL="5829300" indent="0">
              <a:buNone/>
              <a:defRPr sz="4080" b="1"/>
            </a:lvl6pPr>
            <a:lvl7pPr marL="6995160" indent="0">
              <a:buNone/>
              <a:defRPr sz="4080" b="1"/>
            </a:lvl7pPr>
            <a:lvl8pPr marL="8161020" indent="0">
              <a:buNone/>
              <a:defRPr sz="4080" b="1"/>
            </a:lvl8pPr>
            <a:lvl9pPr marL="9326880" indent="0">
              <a:buNone/>
              <a:defRPr sz="4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04334" y="11022330"/>
            <a:ext cx="9912847" cy="16212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8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8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95" y="2011680"/>
            <a:ext cx="7520404" cy="7040880"/>
          </a:xfrm>
        </p:spPr>
        <p:txBody>
          <a:bodyPr anchor="b"/>
          <a:lstStyle>
            <a:lvl1pPr>
              <a:defRPr sz="81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2847" y="4344677"/>
            <a:ext cx="11804333" cy="21443950"/>
          </a:xfrm>
        </p:spPr>
        <p:txBody>
          <a:bodyPr/>
          <a:lstStyle>
            <a:lvl1pPr>
              <a:defRPr sz="8160"/>
            </a:lvl1pPr>
            <a:lvl2pPr>
              <a:defRPr sz="7140"/>
            </a:lvl2pPr>
            <a:lvl3pPr>
              <a:defRPr sz="6120"/>
            </a:lvl3pPr>
            <a:lvl4pPr>
              <a:defRPr sz="5100"/>
            </a:lvl4pPr>
            <a:lvl5pPr>
              <a:defRPr sz="5100"/>
            </a:lvl5pPr>
            <a:lvl6pPr>
              <a:defRPr sz="5100"/>
            </a:lvl6pPr>
            <a:lvl7pPr>
              <a:defRPr sz="5100"/>
            </a:lvl7pPr>
            <a:lvl8pPr>
              <a:defRPr sz="5100"/>
            </a:lvl8pPr>
            <a:lvl9pPr>
              <a:defRPr sz="5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095" y="9052560"/>
            <a:ext cx="7520404" cy="16770987"/>
          </a:xfrm>
        </p:spPr>
        <p:txBody>
          <a:bodyPr/>
          <a:lstStyle>
            <a:lvl1pPr marL="0" indent="0">
              <a:buNone/>
              <a:defRPr sz="4080"/>
            </a:lvl1pPr>
            <a:lvl2pPr marL="1165860" indent="0">
              <a:buNone/>
              <a:defRPr sz="3570"/>
            </a:lvl2pPr>
            <a:lvl3pPr marL="2331720" indent="0">
              <a:buNone/>
              <a:defRPr sz="3060"/>
            </a:lvl3pPr>
            <a:lvl4pPr marL="3497580" indent="0">
              <a:buNone/>
              <a:defRPr sz="2550"/>
            </a:lvl4pPr>
            <a:lvl5pPr marL="4663440" indent="0">
              <a:buNone/>
              <a:defRPr sz="2550"/>
            </a:lvl5pPr>
            <a:lvl6pPr marL="5829300" indent="0">
              <a:buNone/>
              <a:defRPr sz="2550"/>
            </a:lvl6pPr>
            <a:lvl7pPr marL="6995160" indent="0">
              <a:buNone/>
              <a:defRPr sz="2550"/>
            </a:lvl7pPr>
            <a:lvl8pPr marL="8161020" indent="0">
              <a:buNone/>
              <a:defRPr sz="2550"/>
            </a:lvl8pPr>
            <a:lvl9pPr marL="9326880" indent="0">
              <a:buNone/>
              <a:defRPr sz="2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1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95" y="2011680"/>
            <a:ext cx="7520404" cy="7040880"/>
          </a:xfrm>
        </p:spPr>
        <p:txBody>
          <a:bodyPr anchor="b"/>
          <a:lstStyle>
            <a:lvl1pPr>
              <a:defRPr sz="81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12847" y="4344677"/>
            <a:ext cx="11804333" cy="21443950"/>
          </a:xfrm>
        </p:spPr>
        <p:txBody>
          <a:bodyPr anchor="t"/>
          <a:lstStyle>
            <a:lvl1pPr marL="0" indent="0">
              <a:buNone/>
              <a:defRPr sz="8160"/>
            </a:lvl1pPr>
            <a:lvl2pPr marL="1165860" indent="0">
              <a:buNone/>
              <a:defRPr sz="7140"/>
            </a:lvl2pPr>
            <a:lvl3pPr marL="2331720" indent="0">
              <a:buNone/>
              <a:defRPr sz="6120"/>
            </a:lvl3pPr>
            <a:lvl4pPr marL="3497580" indent="0">
              <a:buNone/>
              <a:defRPr sz="5100"/>
            </a:lvl4pPr>
            <a:lvl5pPr marL="4663440" indent="0">
              <a:buNone/>
              <a:defRPr sz="5100"/>
            </a:lvl5pPr>
            <a:lvl6pPr marL="5829300" indent="0">
              <a:buNone/>
              <a:defRPr sz="5100"/>
            </a:lvl6pPr>
            <a:lvl7pPr marL="6995160" indent="0">
              <a:buNone/>
              <a:defRPr sz="5100"/>
            </a:lvl7pPr>
            <a:lvl8pPr marL="8161020" indent="0">
              <a:buNone/>
              <a:defRPr sz="5100"/>
            </a:lvl8pPr>
            <a:lvl9pPr marL="9326880" indent="0">
              <a:buNone/>
              <a:defRPr sz="51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095" y="9052560"/>
            <a:ext cx="7520404" cy="16770987"/>
          </a:xfrm>
        </p:spPr>
        <p:txBody>
          <a:bodyPr/>
          <a:lstStyle>
            <a:lvl1pPr marL="0" indent="0">
              <a:buNone/>
              <a:defRPr sz="4080"/>
            </a:lvl1pPr>
            <a:lvl2pPr marL="1165860" indent="0">
              <a:buNone/>
              <a:defRPr sz="3570"/>
            </a:lvl2pPr>
            <a:lvl3pPr marL="2331720" indent="0">
              <a:buNone/>
              <a:defRPr sz="3060"/>
            </a:lvl3pPr>
            <a:lvl4pPr marL="3497580" indent="0">
              <a:buNone/>
              <a:defRPr sz="2550"/>
            </a:lvl4pPr>
            <a:lvl5pPr marL="4663440" indent="0">
              <a:buNone/>
              <a:defRPr sz="2550"/>
            </a:lvl5pPr>
            <a:lvl6pPr marL="5829300" indent="0">
              <a:buNone/>
              <a:defRPr sz="2550"/>
            </a:lvl6pPr>
            <a:lvl7pPr marL="6995160" indent="0">
              <a:buNone/>
              <a:defRPr sz="2550"/>
            </a:lvl7pPr>
            <a:lvl8pPr marL="8161020" indent="0">
              <a:buNone/>
              <a:defRPr sz="2550"/>
            </a:lvl8pPr>
            <a:lvl9pPr marL="9326880" indent="0">
              <a:buNone/>
              <a:defRPr sz="2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0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86373" y="1606550"/>
            <a:ext cx="5027771" cy="255720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3059" y="1606550"/>
            <a:ext cx="14791849" cy="255720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3058" y="1606557"/>
            <a:ext cx="20111085" cy="5832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3058" y="8032750"/>
            <a:ext cx="20111085" cy="19145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3058" y="27967947"/>
            <a:ext cx="5246370" cy="1606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A0E01-B248-46D5-B143-878591DC35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23823" y="27967947"/>
            <a:ext cx="7869555" cy="1606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67773" y="27967947"/>
            <a:ext cx="5246370" cy="1606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3746A-81AD-4145-8E92-11ECC3990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31720" rtl="0" eaLnBrk="1" latinLnBrk="0" hangingPunct="1">
        <a:lnSpc>
          <a:spcPct val="90000"/>
        </a:lnSpc>
        <a:spcBef>
          <a:spcPct val="0"/>
        </a:spcBef>
        <a:buNone/>
        <a:defRPr sz="112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2930" indent="-582930" algn="l" defTabSz="2331720" rtl="0" eaLnBrk="1" latinLnBrk="0" hangingPunct="1">
        <a:lnSpc>
          <a:spcPct val="90000"/>
        </a:lnSpc>
        <a:spcBef>
          <a:spcPts val="2550"/>
        </a:spcBef>
        <a:buFont typeface="Arial" panose="020B0604020202020204" pitchFamily="34" charset="0"/>
        <a:buChar char="•"/>
        <a:defRPr sz="714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2pPr>
      <a:lvl3pPr marL="291465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5100" kern="1200">
          <a:solidFill>
            <a:schemeClr val="tx1"/>
          </a:solidFill>
          <a:latin typeface="+mn-lt"/>
          <a:ea typeface="+mn-ea"/>
          <a:cs typeface="+mn-cs"/>
        </a:defRPr>
      </a:lvl3pPr>
      <a:lvl4pPr marL="408051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4pPr>
      <a:lvl5pPr marL="524637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5pPr>
      <a:lvl6pPr marL="641223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6pPr>
      <a:lvl7pPr marL="757809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7pPr>
      <a:lvl8pPr marL="874395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8pPr>
      <a:lvl9pPr marL="9909810" indent="-582930" algn="l" defTabSz="2331720" rtl="0" eaLnBrk="1" latinLnBrk="0" hangingPunct="1">
        <a:lnSpc>
          <a:spcPct val="90000"/>
        </a:lnSpc>
        <a:spcBef>
          <a:spcPts val="1275"/>
        </a:spcBef>
        <a:buFont typeface="Arial" panose="020B0604020202020204" pitchFamily="34" charset="0"/>
        <a:buChar char="•"/>
        <a:defRPr sz="45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1pPr>
      <a:lvl2pPr marL="116586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2pPr>
      <a:lvl3pPr marL="233172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3pPr>
      <a:lvl4pPr marL="349758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4pPr>
      <a:lvl5pPr marL="466344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5pPr>
      <a:lvl6pPr marL="582930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6pPr>
      <a:lvl7pPr marL="699516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7pPr>
      <a:lvl8pPr marL="816102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algn="l" defTabSz="2331720" rtl="0" eaLnBrk="1" latinLnBrk="0" hangingPunct="1">
        <a:defRPr sz="4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FC64-843B-C46C-0B27-5D41BFBB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8F0D9F-E33E-CE1B-F13A-EC19EA645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89" y="0"/>
            <a:ext cx="14630430" cy="3657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03B066-72BC-E914-B61B-DC60D71FC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89" y="3657607"/>
            <a:ext cx="9144019" cy="60746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54F8DF-41DD-3CA4-75D1-F7125657E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89" y="11008520"/>
            <a:ext cx="14630430" cy="36576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100D4C-E3D7-044E-AB05-9C80C66BE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88" y="14761479"/>
            <a:ext cx="9144019" cy="6074676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7265CD-2242-5BD6-CFA5-82DD7F5C6360}"/>
              </a:ext>
            </a:extLst>
          </p:cNvPr>
          <p:cNvCxnSpPr>
            <a:cxnSpLocks/>
          </p:cNvCxnSpPr>
          <p:nvPr/>
        </p:nvCxnSpPr>
        <p:spPr>
          <a:xfrm flipH="1">
            <a:off x="-477078" y="10253143"/>
            <a:ext cx="24132208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97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C919-B24E-2234-56FA-F53796FA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ED1A6A-B916-B7DD-7F8D-0CCB892F7A9B}"/>
              </a:ext>
            </a:extLst>
          </p:cNvPr>
          <p:cNvCxnSpPr>
            <a:cxnSpLocks/>
          </p:cNvCxnSpPr>
          <p:nvPr/>
        </p:nvCxnSpPr>
        <p:spPr>
          <a:xfrm flipH="1">
            <a:off x="-477078" y="10253143"/>
            <a:ext cx="24132208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4C7C8E58-8FD1-C4CF-FF70-C130F5D51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85" y="44380"/>
            <a:ext cx="14630430" cy="48006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832740B-DF14-5C78-4588-095ABF969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85" y="4844990"/>
            <a:ext cx="10972822" cy="50596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F1FFF88-84A1-ED48-4D04-B50927259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85" y="10860687"/>
            <a:ext cx="14630430" cy="480061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710F5E6-7E9F-F8B7-5B33-18841E538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85" y="16268840"/>
            <a:ext cx="10972822" cy="505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0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FDF3-52BF-8730-EC4F-A6572F49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389D09-A74B-D5C4-AA09-4E12161A2F4A}"/>
              </a:ext>
            </a:extLst>
          </p:cNvPr>
          <p:cNvCxnSpPr>
            <a:cxnSpLocks/>
          </p:cNvCxnSpPr>
          <p:nvPr/>
        </p:nvCxnSpPr>
        <p:spPr>
          <a:xfrm flipH="1">
            <a:off x="-407504" y="11986587"/>
            <a:ext cx="24132208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F8BAA23-0111-B6FD-7E73-8C487C42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574" y="1431225"/>
            <a:ext cx="12801626" cy="10058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4B7B4-D542-CDB6-8DAB-E3FA7C44C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7432"/>
            <a:ext cx="7315215" cy="5486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E8A37C-50C8-7BC2-157B-2FA3B96A0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" y="6142370"/>
            <a:ext cx="9140971" cy="40325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35D609-DB32-FE94-A928-6DD4F3B21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574" y="13040122"/>
            <a:ext cx="12801626" cy="100584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4213FC-6A12-8A27-B479-1B0753862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18069332"/>
            <a:ext cx="9144019" cy="40325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1154CB-D08A-24DF-C1F5-395210CC3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123443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481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FC907B2E492B42BB1F819986C02E50" ma:contentTypeVersion="21" ma:contentTypeDescription="Create a new document." ma:contentTypeScope="" ma:versionID="d8b483c89255baa7a0d5688613af2f70">
  <xsd:schema xmlns:xsd="http://www.w3.org/2001/XMLSchema" xmlns:xs="http://www.w3.org/2001/XMLSchema" xmlns:p="http://schemas.microsoft.com/office/2006/metadata/properties" xmlns:ns2="b99ce509-fd08-494d-ad2d-43a7da9ab5e1" xmlns:ns3="f9aa863a-2f2c-4021-afdc-93a819d00ef2" targetNamespace="http://schemas.microsoft.com/office/2006/metadata/properties" ma:root="true" ma:fieldsID="6f07c0ce2272d20431bd79f4d9feb4ef" ns2:_="" ns3:_="">
    <xsd:import namespace="b99ce509-fd08-494d-ad2d-43a7da9ab5e1"/>
    <xsd:import namespace="f9aa863a-2f2c-4021-afdc-93a819d00e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ce509-fd08-494d-ad2d-43a7da9ab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56963a87-7139-4f63-9b27-46f0e2e187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aa863a-2f2c-4021-afdc-93a819d00e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4f1ea1e-6d1d-4ebb-be24-918b97162e3b}" ma:internalName="TaxCatchAll" ma:showField="CatchAllData" ma:web="f9aa863a-2f2c-4021-afdc-93a819d00e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9ce509-fd08-494d-ad2d-43a7da9ab5e1">
      <Terms xmlns="http://schemas.microsoft.com/office/infopath/2007/PartnerControls"/>
    </lcf76f155ced4ddcb4097134ff3c332f>
    <TaxCatchAll xmlns="f9aa863a-2f2c-4021-afdc-93a819d00ef2" xsi:nil="true"/>
  </documentManagement>
</p:properties>
</file>

<file path=customXml/itemProps1.xml><?xml version="1.0" encoding="utf-8"?>
<ds:datastoreItem xmlns:ds="http://schemas.openxmlformats.org/officeDocument/2006/customXml" ds:itemID="{C5235F2F-8CF5-4C20-BD5C-6D9E13C0AE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1D5EC9-283C-4F69-B77C-8E4239B9743A}">
  <ds:schemaRefs>
    <ds:schemaRef ds:uri="b99ce509-fd08-494d-ad2d-43a7da9ab5e1"/>
    <ds:schemaRef ds:uri="f9aa863a-2f2c-4021-afdc-93a819d00e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3A92201-7B6E-4FD4-B5D0-315D757FC147}">
  <ds:schemaRefs>
    <ds:schemaRef ds:uri="b99ce509-fd08-494d-ad2d-43a7da9ab5e1"/>
    <ds:schemaRef ds:uri="f9aa863a-2f2c-4021-afdc-93a819d00e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2593</TotalTime>
  <Words>3</Words>
  <Application>Microsoft Office PowerPoint</Application>
  <PresentationFormat>Custom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1_Office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Friedrich, Logan</dc:creator>
  <cp:keywords/>
  <dc:description>generated using python-pptx</dc:description>
  <cp:lastModifiedBy>Friedrich, Logan</cp:lastModifiedBy>
  <cp:revision>3</cp:revision>
  <dcterms:created xsi:type="dcterms:W3CDTF">2013-01-27T09:14:16Z</dcterms:created>
  <dcterms:modified xsi:type="dcterms:W3CDTF">2026-05-06T12:46:57Z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0x0101000EFC907B2E492B42BB1F819986C02E50</vt:lpwstr>
  </property>
</Properties>
</file>